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2"/>
  </p:sldMasterIdLst>
  <p:notesMasterIdLst>
    <p:notesMasterId r:id="rId5"/>
  </p:notesMasterIdLst>
  <p:handoutMasterIdLst>
    <p:handoutMasterId r:id="rId6"/>
  </p:handoutMasterIdLst>
  <p:sldIdLst>
    <p:sldId id="270" r:id="rId3"/>
    <p:sldId id="1799" r:id="rId4"/>
  </p:sldIdLst>
  <p:sldSz cx="12192000" cy="6858000"/>
  <p:notesSz cx="7104063" cy="10234613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PT编辑说明" id="{959C860A-1A77-2F43-9361-CE88041AAA71}">
          <p14:sldIdLst/>
        </p14:section>
        <p14:section name="封面样式" id="{B00BD93A-9DFE-3E45-8B07-67465DC8C0AA}">
          <p14:sldIdLst/>
        </p14:section>
        <p14:section name="目录" id="{5ACF6D70-4A03-3945-804C-06E1FF97C427}">
          <p14:sldIdLst>
            <p14:sldId id="270"/>
          </p14:sldIdLst>
        </p14:section>
        <p14:section name="章节页" id="{395C4F98-B70F-B547-AC83-5CBD8E32DB42}">
          <p14:sldIdLst>
            <p14:sldId id="1799"/>
          </p14:sldIdLst>
        </p14:section>
        <p14:section name="Backup" id="{1C296E13-0711-564E-B91B-74BF3118CC8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6495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28AA"/>
    <a:srgbClr val="FF66FF"/>
    <a:srgbClr val="FF00FF"/>
    <a:srgbClr val="2274AC"/>
    <a:srgbClr val="7200E3"/>
    <a:srgbClr val="8983AB"/>
    <a:srgbClr val="A58B62"/>
    <a:srgbClr val="E7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85026" autoAdjust="0"/>
  </p:normalViewPr>
  <p:slideViewPr>
    <p:cSldViewPr snapToGrid="0" snapToObjects="1">
      <p:cViewPr varScale="1">
        <p:scale>
          <a:sx n="89" d="100"/>
          <a:sy n="89" d="100"/>
        </p:scale>
        <p:origin x="5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886"/>
    </p:cViewPr>
  </p:sorterViewPr>
  <p:notesViewPr>
    <p:cSldViewPr snapToGrid="0" snapToObjects="1">
      <p:cViewPr varScale="1">
        <p:scale>
          <a:sx n="80" d="100"/>
          <a:sy n="80" d="100"/>
        </p:scale>
        <p:origin x="400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569" tIns="47285" rIns="94569" bIns="47285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569" tIns="47285" rIns="94569" bIns="47285" rtlCol="0"/>
          <a:lstStyle>
            <a:lvl1pPr algn="r">
              <a:defRPr sz="1200"/>
            </a:lvl1pPr>
          </a:lstStyle>
          <a:p>
            <a:fld id="{150AE2A4-3A5F-D44C-8749-38595FE1915B}" type="datetimeFigureOut">
              <a:rPr lang="zh-CN" altLang="en-US"/>
              <a:t>2024/10/24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569" tIns="47285" rIns="94569" bIns="47285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569" tIns="47285" rIns="94569" bIns="47285" rtlCol="0" anchor="b"/>
          <a:lstStyle>
            <a:lvl1pPr algn="r">
              <a:defRPr sz="1200"/>
            </a:lvl1pPr>
          </a:lstStyle>
          <a:p>
            <a:fld id="{94FB34AD-E5B2-F846-B80C-B21053E131E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569" tIns="47285" rIns="94569" bIns="47285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569" tIns="47285" rIns="94569" bIns="47285" rtlCol="0"/>
          <a:lstStyle>
            <a:lvl1pPr algn="r">
              <a:defRPr sz="1200"/>
            </a:lvl1pPr>
          </a:lstStyle>
          <a:p>
            <a:fld id="{7B787234-ACD8-3740-9169-42DE7927158E}" type="datetimeFigureOut">
              <a:rPr kumimoji="1" lang="zh-CN" altLang="en-US" smtClean="0"/>
              <a:t>2024/10/24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69" tIns="47285" rIns="94569" bIns="47285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569" tIns="47285" rIns="94569" bIns="47285" rtlCol="0"/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569" tIns="47285" rIns="94569" bIns="47285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569" tIns="47285" rIns="94569" bIns="47285" rtlCol="0" anchor="b"/>
          <a:lstStyle>
            <a:lvl1pPr algn="r">
              <a:defRPr sz="1200"/>
            </a:lvl1pPr>
          </a:lstStyle>
          <a:p>
            <a:fld id="{2077179F-941D-9A4D-8E89-A31506259D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179F-941D-9A4D-8E89-A31506259D6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774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7179F-941D-9A4D-8E89-A31506259D6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7840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B926096-425D-D05B-1D5E-B405FC7EDED0}"/>
              </a:ext>
            </a:extLst>
          </p:cNvPr>
          <p:cNvSpPr/>
          <p:nvPr userDrawn="1"/>
        </p:nvSpPr>
        <p:spPr>
          <a:xfrm>
            <a:off x="0" y="1647173"/>
            <a:ext cx="12192000" cy="52108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44000" y="2885246"/>
            <a:ext cx="6460649" cy="84332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4000" y="3755027"/>
            <a:ext cx="4838700" cy="672328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4000" y="5994260"/>
            <a:ext cx="1423345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080846" y="59942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C2131E-CAF6-F336-82B9-5A9C48E362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832" y="119371"/>
            <a:ext cx="1353350" cy="11770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浅色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0" y="1451295"/>
            <a:ext cx="12192000" cy="5406704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44000" y="2885246"/>
            <a:ext cx="6460649" cy="84332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rgbClr val="0028AA"/>
                </a:solidFill>
              </a:defRPr>
            </a:lvl1pPr>
          </a:lstStyle>
          <a:p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4000" y="3755027"/>
            <a:ext cx="4838700" cy="672328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rgbClr val="0028A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4000" y="5994260"/>
            <a:ext cx="1423345" cy="365125"/>
          </a:xfrm>
        </p:spPr>
        <p:txBody>
          <a:bodyPr/>
          <a:lstStyle>
            <a:lvl1pPr>
              <a:defRPr sz="1400">
                <a:solidFill>
                  <a:srgbClr val="0028AA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2016369" y="599425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281330-0707-DB92-E17E-300B75061D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832" y="119371"/>
            <a:ext cx="1353350" cy="11770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深色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0" y="1451295"/>
            <a:ext cx="12192000" cy="5406704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44000" y="2885246"/>
            <a:ext cx="6460649" cy="84332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44000" y="3755027"/>
            <a:ext cx="4838700" cy="672328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4000" y="5994260"/>
            <a:ext cx="1381782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2016369" y="60059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5B7089D-4918-E89F-0767-AB0FF8B70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832" y="119371"/>
            <a:ext cx="1353350" cy="11770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1757-A667-704E-B799-643DAFF31F89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73260" y="6392174"/>
            <a:ext cx="4114800" cy="247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4000" y="365126"/>
            <a:ext cx="11121422" cy="513416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07981757-A667-704E-B799-643DAFF31F89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544513" y="1133290"/>
            <a:ext cx="11120437" cy="4711700"/>
          </a:xfrm>
        </p:spPr>
        <p:txBody>
          <a:bodyPr/>
          <a:lstStyle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73260" y="6392174"/>
            <a:ext cx="4114800" cy="247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8"/>
          <p:cNvSpPr>
            <a:spLocks noChangeShapeType="1"/>
          </p:cNvSpPr>
          <p:nvPr userDrawn="1"/>
        </p:nvSpPr>
        <p:spPr bwMode="auto">
          <a:xfrm>
            <a:off x="17585" y="6100763"/>
            <a:ext cx="1219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3" name="Group 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580853"/>
              </p:ext>
            </p:extLst>
          </p:nvPr>
        </p:nvGraphicFramePr>
        <p:xfrm>
          <a:off x="420078" y="381001"/>
          <a:ext cx="11629292" cy="5711825"/>
        </p:xfrm>
        <a:graphic>
          <a:graphicData uri="http://schemas.openxmlformats.org/drawingml/2006/table">
            <a:tbl>
              <a:tblPr/>
              <a:tblGrid>
                <a:gridCol w="8866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44308" marR="4430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爆炸图</a:t>
                      </a:r>
                      <a:r>
                        <a:rPr kumimoji="0" lang="de-DE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:</a:t>
                      </a:r>
                    </a:p>
                  </a:txBody>
                  <a:tcPr marL="44308" marR="44308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84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de-DE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44308" marR="4430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44308" marR="44308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Box 122"/>
          <p:cNvSpPr txBox="1">
            <a:spLocks noChangeArrowheads="1"/>
          </p:cNvSpPr>
          <p:nvPr userDrawn="1"/>
        </p:nvSpPr>
        <p:spPr bwMode="auto">
          <a:xfrm>
            <a:off x="423985" y="381001"/>
            <a:ext cx="1594338" cy="288925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36000" rIns="36000" bIns="36000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de-DE" altLang="zh-CN" sz="14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" name="Rectangle 1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267462" y="5791200"/>
            <a:ext cx="1781908" cy="304800"/>
          </a:xfrm>
          <a:ln>
            <a:solidFill>
              <a:schemeClr val="tx1"/>
            </a:solidFill>
            <a:miter lim="800000"/>
          </a:ln>
        </p:spPr>
        <p:txBody>
          <a:bodyPr anchor="ctr"/>
          <a:lstStyle>
            <a:lvl1pPr>
              <a:defRPr sz="1200"/>
            </a:lvl1pPr>
          </a:lstStyle>
          <a:p>
            <a:fld id="{B8A9AC2C-5A11-4E95-92B3-65FA16339B20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D76082-D5FF-2F5C-8CCC-8E1E0C12D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963" y="6206647"/>
            <a:ext cx="641584" cy="55801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对象 29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5715" imgH="5715" progId="TCLayout.ActiveDocument.1">
                  <p:embed/>
                </p:oleObj>
              </mc:Choice>
              <mc:Fallback>
                <p:oleObj name="think-cell 幻灯片" r:id="rId6" imgW="5715" imgH="5715" progId="TCLayout.ActiveDocument.1">
                  <p:embed/>
                  <p:pic>
                    <p:nvPicPr>
                      <p:cNvPr id="30" name="对象 29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544000" y="365125"/>
            <a:ext cx="11121422" cy="713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zh-CN" altLang="en-US" dirty="0"/>
              <a:t>单击此处编辑标题样式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544000" y="1344168"/>
            <a:ext cx="11104000" cy="48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2348696" y="6290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29009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904800" y="6290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81757-A667-704E-B799-643DAFF31F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8A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" imgW="5715" imgH="5715" progId="TCLayout.ActiveDocument.1">
                  <p:embed/>
                </p:oleObj>
              </mc:Choice>
              <mc:Fallback>
                <p:oleObj name="think-cell 幻灯片" r:id="rId6" imgW="5715" imgH="5715" progId="TCLayout.ActiveDocument.1">
                  <p:embed/>
                  <p:pic>
                    <p:nvPicPr>
                      <p:cNvPr id="4" name="对象 3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544000" y="365125"/>
            <a:ext cx="11121422" cy="713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zh-CN" altLang="en-US" dirty="0"/>
              <a:t>单击此处编辑标题样式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544000" y="1344169"/>
            <a:ext cx="11104000" cy="454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编辑母版文本样式</a:t>
            </a:r>
          </a:p>
          <a:p>
            <a:pPr lvl="1"/>
            <a:r>
              <a:rPr kumimoji="1" lang="zh-CN" altLang="en-US"/>
              <a:t>第二级</a:t>
            </a:r>
          </a:p>
          <a:p>
            <a:pPr lvl="2"/>
            <a:r>
              <a:rPr kumimoji="1" lang="zh-CN" altLang="en-US"/>
              <a:t>第三级</a:t>
            </a:r>
          </a:p>
          <a:p>
            <a:pPr lvl="3"/>
            <a:r>
              <a:rPr kumimoji="1" lang="zh-CN" altLang="en-US"/>
              <a:t>第四级</a:t>
            </a:r>
          </a:p>
          <a:p>
            <a:pPr lvl="4"/>
            <a:r>
              <a:rPr kumimoji="1"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2173260" y="6392174"/>
            <a:ext cx="4114800" cy="247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lang="zh-CN" altLang="en-US" sz="900">
                <a:solidFill>
                  <a:srgbClr val="898989"/>
                </a:solidFill>
                <a:latin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254154" y="6181467"/>
            <a:ext cx="344908" cy="302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7981757-A667-704E-B799-643DAFF31F8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7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28A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5715" imgH="5715" progId="TCLayout.ActiveDocument.1">
                  <p:embed/>
                </p:oleObj>
              </mc:Choice>
              <mc:Fallback>
                <p:oleObj name="think-cell 幻灯片" r:id="rId4" imgW="5715" imgH="5715" progId="TCLayout.ActiveDocument.1">
                  <p:embed/>
                  <p:pic>
                    <p:nvPicPr>
                      <p:cNvPr id="2" name="对象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5" title="First Title"/>
          <p:cNvSpPr txBox="1"/>
          <p:nvPr/>
        </p:nvSpPr>
        <p:spPr>
          <a:xfrm>
            <a:off x="544000" y="2890833"/>
            <a:ext cx="8969277" cy="2161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4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</a:p>
          <a:p>
            <a:pPr>
              <a:lnSpc>
                <a:spcPct val="150000"/>
              </a:lnSpc>
            </a:pPr>
            <a:r>
              <a:rPr kumimoji="1" lang="zh-CN" altLang="en-US" sz="4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爆炸图</a:t>
            </a:r>
            <a:endParaRPr kumimoji="1" lang="zh-CN" alt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A9AC2C-5A11-4E95-92B3-65FA16339B20}" type="slidenum">
              <a:rPr lang="en-US" altLang="zh-CN" smtClean="0"/>
              <a:t>2</a:t>
            </a:fld>
            <a:endParaRPr lang="en-US" altLang="zh-CN" dirty="0"/>
          </a:p>
        </p:txBody>
      </p:sp>
      <p:sp>
        <p:nvSpPr>
          <p:cNvPr id="3" name="Text Box 1047" title="Parent assembly"/>
          <p:cNvSpPr txBox="1">
            <a:spLocks noChangeArrowheads="1"/>
          </p:cNvSpPr>
          <p:nvPr/>
        </p:nvSpPr>
        <p:spPr bwMode="auto">
          <a:xfrm>
            <a:off x="9336595" y="955358"/>
            <a:ext cx="2340000" cy="1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>
            <a:noAutofit/>
          </a:bodyPr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800" b="1" dirty="0">
                <a:ea typeface="宋体" panose="02010600030101010101" pitchFamily="2" charset="-122"/>
              </a:rPr>
              <a:t>2B1809051A </a:t>
            </a:r>
            <a:r>
              <a:rPr lang="zh-CN" altLang="en-US" sz="800" b="1" dirty="0">
                <a:ea typeface="宋体" panose="02010600030101010101" pitchFamily="2" charset="-122"/>
              </a:rPr>
              <a:t>侧围外板焊接总成</a:t>
            </a:r>
            <a:endParaRPr lang="de-DE" altLang="zh-CN" sz="800" dirty="0">
              <a:ea typeface="宋体" panose="02010600030101010101" pitchFamily="2" charset="-122"/>
            </a:endParaRPr>
          </a:p>
        </p:txBody>
      </p:sp>
      <p:sp>
        <p:nvSpPr>
          <p:cNvPr id="5" name="Text Box 1045" title="Title"/>
          <p:cNvSpPr txBox="1">
            <a:spLocks noChangeArrowheads="1"/>
          </p:cNvSpPr>
          <p:nvPr/>
        </p:nvSpPr>
        <p:spPr bwMode="auto">
          <a:xfrm>
            <a:off x="2030917" y="437632"/>
            <a:ext cx="597600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800" b="1" dirty="0">
                <a:ea typeface="宋体" panose="02010600030101010101" pitchFamily="2" charset="-122"/>
              </a:rPr>
              <a:t>2B1809051A     </a:t>
            </a:r>
            <a:r>
              <a:rPr lang="zh-CN" altLang="en-US" sz="1800" b="1" dirty="0">
                <a:ea typeface="宋体" panose="02010600030101010101" pitchFamily="2" charset="-122"/>
              </a:rPr>
              <a:t>侧围外板焊接总成</a:t>
            </a:r>
            <a:endParaRPr lang="de-DE" altLang="zh-CN" sz="1800" dirty="0">
              <a:ea typeface="宋体" panose="02010600030101010101" pitchFamily="2" charset="-122"/>
            </a:endParaRPr>
          </a:p>
        </p:txBody>
      </p:sp>
      <p:cxnSp>
        <p:nvCxnSpPr>
          <p:cNvPr id="7" name="AutoShape 1035" title="Vertical strcuture Line"/>
          <p:cNvCxnSpPr>
            <a:cxnSpLocks noChangeShapeType="1"/>
          </p:cNvCxnSpPr>
          <p:nvPr/>
        </p:nvCxnSpPr>
        <p:spPr bwMode="auto">
          <a:xfrm>
            <a:off x="9421868" y="1117789"/>
            <a:ext cx="0" cy="4716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041" title="Horizontal strcuture Line"/>
          <p:cNvCxnSpPr>
            <a:cxnSpLocks noChangeShapeType="1"/>
          </p:cNvCxnSpPr>
          <p:nvPr/>
        </p:nvCxnSpPr>
        <p:spPr bwMode="auto">
          <a:xfrm flipH="1">
            <a:off x="9421868" y="1244144"/>
            <a:ext cx="108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文本框 47" title="Sub-assembly"/>
          <p:cNvSpPr txBox="1">
            <a:spLocks noChangeArrowheads="1"/>
          </p:cNvSpPr>
          <p:nvPr/>
        </p:nvSpPr>
        <p:spPr bwMode="auto">
          <a:xfrm>
            <a:off x="9529868" y="1157550"/>
            <a:ext cx="2448000" cy="162000"/>
          </a:xfrm>
          <a:prstGeom prst="rect">
            <a:avLst/>
          </a:prstGeom>
          <a:noFill/>
          <a:ln w="9525">
            <a:solidFill>
              <a:srgbClr val="04040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700" dirty="0">
                <a:ea typeface="宋体" panose="02010600030101010101" pitchFamily="2" charset="-122"/>
              </a:rPr>
              <a:t>2B1809605A </a:t>
            </a:r>
            <a:r>
              <a:rPr lang="zh-CN" altLang="en-US" sz="700" dirty="0">
                <a:ea typeface="宋体" panose="02010600030101010101" pitchFamily="2" charset="-122"/>
              </a:rPr>
              <a:t>侧围外板</a:t>
            </a:r>
            <a:endParaRPr lang="de-DE" altLang="zh-CN" sz="700" dirty="0">
              <a:ea typeface="宋体" panose="02010600030101010101" pitchFamily="2" charset="-122"/>
            </a:endParaRPr>
          </a:p>
        </p:txBody>
      </p:sp>
      <p:sp>
        <p:nvSpPr>
          <p:cNvPr id="11" name="矩形 60" title="Part callouts"/>
          <p:cNvSpPr>
            <a:spLocks noChangeArrowheads="1"/>
          </p:cNvSpPr>
          <p:nvPr/>
        </p:nvSpPr>
        <p:spPr bwMode="auto">
          <a:xfrm>
            <a:off x="855023" y="1471930"/>
            <a:ext cx="1396687" cy="35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36000" tIns="36000" rIns="36000" bIns="36000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800" dirty="0">
                <a:ea typeface="宋体" panose="02010600030101010101" pitchFamily="2" charset="-122"/>
              </a:rPr>
              <a:t>2B1842605</a:t>
            </a:r>
            <a:br>
              <a:rPr lang="en-US" altLang="zh-CN" sz="1000" dirty="0">
                <a:ea typeface="宋体" panose="02010600030101010101" pitchFamily="2" charset="-122"/>
              </a:rPr>
            </a:br>
            <a:r>
              <a:rPr lang="zh-CN" altLang="en-US" sz="800" dirty="0">
                <a:ea typeface="宋体" panose="02010600030101010101" pitchFamily="2" charset="-122"/>
              </a:rPr>
              <a:t>发泡件</a:t>
            </a:r>
            <a:endParaRPr lang="de-DE" altLang="zh-CN" sz="800" dirty="0">
              <a:ea typeface="宋体" panose="02010600030101010101" pitchFamily="2" charset="-122"/>
            </a:endParaRPr>
          </a:p>
        </p:txBody>
      </p:sp>
      <p:sp>
        <p:nvSpPr>
          <p:cNvPr id="15" name="矩形 14" title="Picture Area"/>
          <p:cNvSpPr/>
          <p:nvPr/>
        </p:nvSpPr>
        <p:spPr>
          <a:xfrm>
            <a:off x="1110342" y="1080001"/>
            <a:ext cx="8051657" cy="496361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Line 1052" title="Guide Arrow"/>
          <p:cNvSpPr>
            <a:spLocks noChangeShapeType="1"/>
          </p:cNvSpPr>
          <p:nvPr/>
        </p:nvSpPr>
        <p:spPr bwMode="auto">
          <a:xfrm flipV="1">
            <a:off x="2251075" y="1666240"/>
            <a:ext cx="684000" cy="6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36000" tIns="36000" rIns="36000" bIns="36000" anchor="ctr"/>
          <a:lstStyle/>
          <a:p>
            <a:endParaRPr lang="zh-CN" altLang="en-US"/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COMMONDATA" val="eyJoZGlkIjoiNWQ1OGZiZjk1ZTUxOWY0ODdlZmMyMzc4ZDJmZTg4O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常规封面样式">
  <a:themeElements>
    <a:clrScheme name="自定义 1">
      <a:dk1>
        <a:srgbClr val="000000"/>
      </a:dk1>
      <a:lt1>
        <a:srgbClr val="FFFFFF"/>
      </a:lt1>
      <a:dk2>
        <a:srgbClr val="20272A"/>
      </a:dk2>
      <a:lt2>
        <a:srgbClr val="DDE1E6"/>
      </a:lt2>
      <a:accent1>
        <a:srgbClr val="0028AA"/>
      </a:accent1>
      <a:accent2>
        <a:srgbClr val="001964"/>
      </a:accent2>
      <a:accent3>
        <a:srgbClr val="00A5FF"/>
      </a:accent3>
      <a:accent4>
        <a:srgbClr val="FF2841"/>
      </a:accent4>
      <a:accent5>
        <a:srgbClr val="FFC841"/>
      </a:accent5>
      <a:accent6>
        <a:srgbClr val="00C86E"/>
      </a:accent6>
      <a:hlink>
        <a:srgbClr val="0064FF"/>
      </a:hlink>
      <a:folHlink>
        <a:srgbClr val="687078"/>
      </a:folHlink>
    </a:clrScheme>
    <a:fontScheme name="自定义 2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页模板样式">
  <a:themeElements>
    <a:clrScheme name="自定义 1">
      <a:dk1>
        <a:srgbClr val="000000"/>
      </a:dk1>
      <a:lt1>
        <a:srgbClr val="FFFFFF"/>
      </a:lt1>
      <a:dk2>
        <a:srgbClr val="20272A"/>
      </a:dk2>
      <a:lt2>
        <a:srgbClr val="DDE1E6"/>
      </a:lt2>
      <a:accent1>
        <a:srgbClr val="0028AA"/>
      </a:accent1>
      <a:accent2>
        <a:srgbClr val="001964"/>
      </a:accent2>
      <a:accent3>
        <a:srgbClr val="00A5FF"/>
      </a:accent3>
      <a:accent4>
        <a:srgbClr val="FF2841"/>
      </a:accent4>
      <a:accent5>
        <a:srgbClr val="FFC841"/>
      </a:accent5>
      <a:accent6>
        <a:srgbClr val="00C86E"/>
      </a:accent6>
      <a:hlink>
        <a:srgbClr val="0064FF"/>
      </a:hlink>
      <a:folHlink>
        <a:srgbClr val="687078"/>
      </a:folHlink>
    </a:clrScheme>
    <a:fontScheme name="自定义 2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lIns="36000" tIns="36000" rIns="36000" bIns="36000">
        <a:spAutoFit/>
      </a:bodyPr>
      <a:lstStyle>
        <a:defPPr>
          <a:spcBef>
            <a:spcPct val="50000"/>
          </a:spcBef>
          <a:defRPr lang="en-US" altLang="zh-CN" sz="1800" b="1" dirty="0">
            <a:ea typeface="宋体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26</Words>
  <Application>Microsoft Office PowerPoint</Application>
  <PresentationFormat>宽屏</PresentationFormat>
  <Paragraphs>9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宋体</vt:lpstr>
      <vt:lpstr>微软雅黑</vt:lpstr>
      <vt:lpstr>Arial</vt:lpstr>
      <vt:lpstr>Arial Black</vt:lpstr>
      <vt:lpstr>常规封面样式</vt:lpstr>
      <vt:lpstr>内页模板样式</vt:lpstr>
      <vt:lpstr>think-cell 幻灯片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陶 何</cp:lastModifiedBy>
  <cp:revision>1809</cp:revision>
  <cp:lastPrinted>2022-08-11T10:12:00Z</cp:lastPrinted>
  <dcterms:created xsi:type="dcterms:W3CDTF">2020-05-19T10:39:00Z</dcterms:created>
  <dcterms:modified xsi:type="dcterms:W3CDTF">2024-10-24T01:58:55Z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F34492150A1D4A068690F0E264D6C2FE_12</vt:lpwstr>
  </property>
  <property fmtid="{D5CDD505-2E9C-101B-9397-08002B2CF9AE}" pid="3" name="KSOProductBuildVer">
    <vt:lpwstr>2052-12.1.0.16417</vt:lpwstr>
  </property>
</Properties>
</file>